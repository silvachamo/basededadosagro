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us Jakarta Sans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aa188f28-5535-4d0e-a507-a0b625206cb4.fntdata" /><ns0:Relationship Id="rIdFont17" Type="http://schemas.openxmlformats.org/officeDocument/2006/relationships/font" Target="fonts/10c32974-5699-49b8-80a1-8b9ab2e2558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572125"/>
            <a:ext cx="10972800" cy="676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5721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09600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90600" y="642937"/>
            <a:ext cx="6048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ADE80"/>
                </a:solidFill>
                <a:latin typeface="Plus Jakarta Sans"/>
              </a:rPr>
              <a:t>PLATAFORMA DIGITAL DO AGRONEGÓCIO MOÇAMBICANO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97509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Base de Dados Agro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57575"/>
            <a:ext cx="10715625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A3E635"/>
                </a:solidFill>
                <a:latin typeface="Plus Jakarta Sans"/>
              </a:rPr>
              <a:t>Apresentação Institucional e Oportunidades de Parceria com o MADER / FAR,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10250"/>
            <a:ext cx="2559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Silva Chamo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67425"/>
            <a:ext cx="25598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Diretor Geral — EntreCAMPOS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1325" y="6067425"/>
            <a:ext cx="12668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94A3B8"/>
                </a:solidFill>
                <a:latin typeface="Plus Jakarta Sans"/>
              </a:rPr>
              <a:t>Maputo,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86050"/>
            <a:ext cx="3505200" cy="2543175"/>
          </a:xfrm>
          <a:prstGeom prst="roundRect">
            <a:avLst>
              <a:gd name="adj" fmla="val 599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00350"/>
            <a:ext cx="350520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00350"/>
            <a:ext cx="3505200" cy="2314575"/>
          </a:xfrm>
          <a:prstGeom prst="roundRect">
            <a:avLst>
              <a:gd name="adj" fmla="val 65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0037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11467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11467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133725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7262" y="3248025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24802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DIAGNÓSTICO DO SECTOR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O Desafio do Sector Agrário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480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Mapeamento Fragmentado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0050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Inexistência de um registo único, centralizado e pesquisável dos operadores e fornecedores de insumos em Moçambique.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7623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Acesso à Informação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1148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Dificuldade de ligação rápida entre produtores agrários e fornecedores devidamente credenciados.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62375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Visibilidade Reduzida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1148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Desafio em monitorizar em tempo real a atividade dos intervenientes no ecossistema agrícola nacional.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33575"/>
            <a:ext cx="528637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33750"/>
            <a:ext cx="528637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733925"/>
            <a:ext cx="5286375" cy="1171575"/>
          </a:xfrm>
          <a:prstGeom prst="roundRect">
            <a:avLst>
              <a:gd name="adj" fmla="val 130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1824037"/>
            <a:ext cx="5305425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833562"/>
            <a:ext cx="5286375" cy="417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PLATAFORMA DIGITAL INTEGRATED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 Solução — Base de Dados Agro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171700"/>
            <a:ext cx="601265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166534"/>
                </a:solidFill>
                <a:latin typeface="Plus Jakarta Sans"/>
              </a:rPr>
              <a:t>950+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667000"/>
            <a:ext cx="601265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Empresas Ativas Cadastradas no Mercado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571875"/>
            <a:ext cx="63132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Cobertura Multissectorial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867150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Insumos, tecnologia agrária, assistência técnica, processamento e consultoria especializada.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972050"/>
            <a:ext cx="631328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Ecossistema Móvel com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5267325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Scanner Inteligente / Doctor Plants, repositório de conteúdos, notícias e cotações de mercado.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7056"/>
            <a:ext cx="3505200" cy="1643062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7056"/>
            <a:ext cx="3505200" cy="1643062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7056"/>
            <a:ext cx="3505200" cy="1643062"/>
          </a:xfrm>
          <a:prstGeom prst="roundRect">
            <a:avLst>
              <a:gd name="adj" fmla="val 695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117056"/>
            <a:ext cx="350520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3117056"/>
            <a:ext cx="350520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3117056"/>
            <a:ext cx="3505200" cy="3810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POLÍTICAS PÚBLICAS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Alinhamento Estratégico com PEDSA e PNISA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9956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Digitalização Agrária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12381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Contribuição direta para a agenda de transformação digital e modernização da agricultura promovida pelo Governo.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459956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Apoio a Programas Públicos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812381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Base fiável para listas de fornecedores certificados e mapeamento de produtores a nível distrital e provincial.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459956"/>
            <a:ext cx="3800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Transparência &amp; Fomento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812381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Validação de atores do mercado para projetos de subsidiação de insumos e fomento agrícola nacional.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6081"/>
            <a:ext cx="3505200" cy="2005012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6081"/>
            <a:ext cx="3505200" cy="2005012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6081"/>
            <a:ext cx="3505200" cy="2005012"/>
          </a:xfrm>
          <a:prstGeom prst="roundRect">
            <a:avLst>
              <a:gd name="adj" fmla="val 76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NAVEGAÇÃO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Demonstração da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250406"/>
            <a:ext cx="3595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88556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Ecrã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983831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Diretório e pesquisa inteligente por categorias (Insumos, Equipamentos e Consultoria).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250406"/>
            <a:ext cx="3595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688556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Perfis Verificados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983831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Fichas técnicas completas de fornecedores credenciados (ex: Tecap, AQI, Bindzu).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250406"/>
            <a:ext cx="3595687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6534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88556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Recursos Tecnológicos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83831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Integração com assistência técnica, cotações e informação agrometeorológica em tempo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47912"/>
            <a:ext cx="1097280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71862"/>
            <a:ext cx="1097280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95812"/>
            <a:ext cx="10972800" cy="933450"/>
          </a:xfrm>
          <a:prstGeom prst="roundRect">
            <a:avLst>
              <a:gd name="adj" fmla="val 163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5860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70998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48339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462" y="2719387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84333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496728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COOPERAÇÃO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Proposta de Parceria com o MADER / FAR,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725" y="2595562"/>
            <a:ext cx="93511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Integração e Validação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725" y="2852737"/>
            <a:ext cx="8905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Transformar a plataforma num canal complementar de consulta oficial para o Ministério e extensionistas.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9725" y="3719512"/>
            <a:ext cx="848856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Intercâmbio de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725" y="3976687"/>
            <a:ext cx="8084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Atualização contínua do mapa de atores agrários e produtores em todas as províncias do país.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9725" y="4843462"/>
            <a:ext cx="963870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Disseminação de Informação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725" y="5100637"/>
            <a:ext cx="917971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Divulgação direta de avisos públicos, programas de financiamento e eventos aos operadores cadastrados.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9406"/>
            <a:ext cx="3505200" cy="2138362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69406"/>
            <a:ext cx="3505200" cy="2138362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69406"/>
            <a:ext cx="3505200" cy="2138362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318373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57725" y="318373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91525" y="3183731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ROTEIRO DE IMPLEMENTAÇÃO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Próximos Passos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183731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166534"/>
                </a:solidFill>
                <a:latin typeface="Plus Jakarta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717131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Equipa Técnica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050506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Criação de ponto de contacto técnico entre a EntreCAMPOS e o FAR, IP / MADER.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850" y="3183731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166534"/>
                </a:solidFill>
                <a:latin typeface="Plus Jakarta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3717131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Acordo de Cooperação (MOU)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4050506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Definição dos termos do acordo e formalização do modelo de cooperação institucional.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8650" y="3183731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166534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717131"/>
            <a:ext cx="37754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Plano Piloto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50506"/>
            <a:ext cx="29718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Validação da integração de dados de fornecedores numa província ou programa específico.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8975"/>
            <a:ext cx="10972800" cy="1609725"/>
          </a:xfrm>
          <a:prstGeom prst="roundRect">
            <a:avLst>
              <a:gd name="adj" fmla="val 11834"/>
            </a:avLst>
          </a:prstGeom>
          <a:solidFill>
            <a:srgbClr val="1D2D1D"/>
          </a:solidFill>
          <a:ln w="9525">
            <a:solidFill>
              <a:srgbClr val="2938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3643312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957637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4271962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ADE80"/>
                </a:solidFill>
                <a:latin typeface="Plus Jakarta Sans"/>
              </a:rPr>
              <a:t>OBRIGADO PELA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3925"/>
            <a:ext cx="115824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FFFFFF"/>
                </a:solidFill>
                <a:latin typeface="Plus Jakarta Sans"/>
              </a:rPr>
              <a:t>Juntos pelo Desenvolvimentos do Agronegócio Moçambicano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76950"/>
            <a:ext cx="219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Base de Dados Agro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01275" y="6076950"/>
            <a:ext cx="1726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Maputo, Moçambique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619500"/>
            <a:ext cx="608409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Plus Jakarta Sans"/>
              </a:rPr>
              <a:t>Silva Chamo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924300"/>
            <a:ext cx="6084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A3E635"/>
                </a:solidFill>
                <a:latin typeface="Plus Jakarta Sans"/>
              </a:rPr>
              <a:t>Diretor Geral — EntreCAMPOS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1300" y="3619500"/>
            <a:ext cx="1654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+258 87 75 75 288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1300" y="3933825"/>
            <a:ext cx="5536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geral@basededadosagro.com / silva@visualdesignmoz.com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4248150"/>
            <a:ext cx="217884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Plus Jakarta Sans"/>
              </a:rPr>
              <a:t>basededadosagro.com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https://images.squarespace-cdn.com/content/v1/5ed8ab250dc78e04476b71d8/1739353808147-0626C2OW0GSF5S7XWPBX/Digitalisering%2Bbilde.jpg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26193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www.norgesvel.com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